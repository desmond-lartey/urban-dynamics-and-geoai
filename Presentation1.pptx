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4" r:id="rId6"/>
    <p:sldId id="262" r:id="rId7"/>
    <p:sldId id="263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80C5-FAB4-4A66-4976-2F439BF9D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D39CE-D81A-227E-73FD-FB5E5BF92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16AB8-4570-1345-4D53-93D193DE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32C76-FFE5-DF41-38B3-D33591895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A2ADC-2078-898C-48EA-853C039F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5285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FC787-5894-E3E4-1D27-71F83FB4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15244-FFDD-717A-1977-09A0FBCA0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4AEB7-AE93-31F9-5ED1-4D43F16A9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4D082-F38A-826B-2942-691010D3C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9FAC3-1805-1BAE-BD44-794F50ED6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3174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52E64-3395-6A84-7868-69E4EF6C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E87A1-FBAB-1410-53D2-AF59A96BD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FF2765-C051-0763-4138-855CFA7B3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29D98-FD66-6D95-4517-0E5535CE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AD7D5-6789-2FE3-1110-F413118B3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0313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9A7C0-071F-39E9-B5D9-0F0941FB7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DC5AA-5238-066F-3F37-BC84CEF7C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4DB42-C287-E352-7C9A-F3769DF15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C0A0A-7544-AC4C-6F34-5FBCEE37A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25CB14-50EA-9BBE-5A7C-02482ACBF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66FFB-EDC8-8C4B-14AB-39E344774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964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3BF-C48C-DD9F-2245-5A17DD2F6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72CFB-756C-C4DF-6AC0-AB840BF2D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1B017A-CF6E-00A8-1E60-D8638323A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827394-414A-ED4C-84DA-CC9CFD0837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B96FD6-C08C-AFA6-9332-3721AED108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6242D1-458B-6E12-9419-2E0EF6BC4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742827-425E-2E05-26E9-DA4655170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571F6F-C5B8-55BC-178D-556C809A8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22454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609E-8D2A-C956-851D-6FE06BFEA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51E2F4-2B83-4C69-8EEE-B81DF69E2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F3412B-55E1-957A-7108-8330CD907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0EF3EF-8E4A-D7F9-B19C-B7036BBB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864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F6A12A-89C9-8399-8A09-714B7392E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E5163F-3B1B-6708-119B-9E74DF604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9316D-5FEB-1EB1-A05E-8ADE64056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5581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F253-A6FE-6E63-01BF-EFABC4ED8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1471F-91FC-0EB3-5860-0C3A962E4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391D1-FCC0-FFB3-3CB9-649454807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72BFF-5155-FA9A-3457-B0084A733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4E316-A599-70EC-B052-5AE6FA6F9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83BDA-E5B5-F5CD-E707-412126796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2938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F6EC-1D24-77B5-C1C6-B22091D41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5B3634-4379-D122-9660-D5E048FDF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0DA1EC-D271-DB64-68C2-1C4B791D8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889871-21D2-8C6E-76F8-87ABE6C50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A244-EF1F-358E-A68F-AFBCB3753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66B00-7987-1CCF-1332-B3D79F002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23848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D8C4E-1E6E-623F-7DB3-D6EC8009C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19790E-56CB-D1B3-A1E1-20188BF7C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8C1B0-C053-1BD7-6757-AC4ABDFB0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5D1EC-38CD-4D91-3AFD-62CFA5353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646CF-A261-A547-34E1-4F9F11BF7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20868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D7F8A3-152B-BB6D-AB7D-29BD9EFA98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67B823-9F24-CBD3-7FB6-0D3FC872D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BAEA7-B841-745E-40A4-833EE6B7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31D-DDD4-8619-2682-02DDE3ED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DE292-51E2-6212-F6EB-B4B6B4113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3532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050CE2-5CF4-902C-BD08-046379861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2A5F9-1A98-1F14-1B44-094C8F6F1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126A8-1965-2ECD-7869-0D565E1A4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C49015-4FBB-41D0-8620-221B27226985}" type="datetimeFigureOut">
              <a:rPr lang="nl-NL" smtClean="0"/>
              <a:t>30-4-2025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B0A-3082-9562-7DB0-D67AC11827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E0B7B-8E37-DD57-450B-2E70F1812F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7C6178-4748-4021-B96C-88EE4A2E1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0242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1E1C8A-412C-1888-A270-E2AB26081734}"/>
              </a:ext>
            </a:extLst>
          </p:cNvPr>
          <p:cNvGrpSpPr/>
          <p:nvPr/>
        </p:nvGrpSpPr>
        <p:grpSpPr>
          <a:xfrm>
            <a:off x="556696" y="0"/>
            <a:ext cx="11062315" cy="6858000"/>
            <a:chOff x="556696" y="0"/>
            <a:chExt cx="11062315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7CA17EA-66DF-C264-5B69-20BE4A0B4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2988" y="0"/>
              <a:ext cx="11046023" cy="685800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08F1285-5198-B011-B84D-971B989D1D92}"/>
                </a:ext>
              </a:extLst>
            </p:cNvPr>
            <p:cNvSpPr txBox="1"/>
            <p:nvPr/>
          </p:nvSpPr>
          <p:spPr>
            <a:xfrm>
              <a:off x="556696" y="33349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F2A7C26-A1E4-E685-ADA1-2234637E7CE6}"/>
                </a:ext>
              </a:extLst>
            </p:cNvPr>
            <p:cNvSpPr txBox="1"/>
            <p:nvPr/>
          </p:nvSpPr>
          <p:spPr>
            <a:xfrm>
              <a:off x="5588782" y="303014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9425B4F-D379-0EBA-4209-493EB1D68684}"/>
                </a:ext>
              </a:extLst>
            </p:cNvPr>
            <p:cNvSpPr txBox="1"/>
            <p:nvPr/>
          </p:nvSpPr>
          <p:spPr>
            <a:xfrm>
              <a:off x="671186" y="353460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150A24F-1B76-6A5D-E0ED-557CDE604044}"/>
                </a:ext>
              </a:extLst>
            </p:cNvPr>
            <p:cNvSpPr txBox="1"/>
            <p:nvPr/>
          </p:nvSpPr>
          <p:spPr>
            <a:xfrm>
              <a:off x="6022313" y="350884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1787045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AFC0572-1F18-C8E5-8A9A-446B39C915C3}"/>
              </a:ext>
            </a:extLst>
          </p:cNvPr>
          <p:cNvGrpSpPr/>
          <p:nvPr/>
        </p:nvGrpSpPr>
        <p:grpSpPr>
          <a:xfrm>
            <a:off x="200025" y="237306"/>
            <a:ext cx="11791950" cy="6211119"/>
            <a:chOff x="200025" y="237306"/>
            <a:chExt cx="11791950" cy="621111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C35B72-1607-8968-919C-39D108BAD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0025" y="409575"/>
              <a:ext cx="11791950" cy="6038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9DA8EBD-2CE8-E098-18B6-771F5CDD8E14}"/>
                </a:ext>
              </a:extLst>
            </p:cNvPr>
            <p:cNvSpPr txBox="1"/>
            <p:nvPr/>
          </p:nvSpPr>
          <p:spPr>
            <a:xfrm>
              <a:off x="200472" y="237306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7323A9E-2F63-F3A6-2926-458D08D35441}"/>
                </a:ext>
              </a:extLst>
            </p:cNvPr>
            <p:cNvSpPr txBox="1"/>
            <p:nvPr/>
          </p:nvSpPr>
          <p:spPr>
            <a:xfrm>
              <a:off x="5850428" y="237306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7E1EF98-2184-C560-CAFA-4925AE870505}"/>
                </a:ext>
              </a:extLst>
            </p:cNvPr>
            <p:cNvSpPr txBox="1"/>
            <p:nvPr/>
          </p:nvSpPr>
          <p:spPr>
            <a:xfrm>
              <a:off x="200025" y="4044600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1156A50-82B9-EA3B-428C-FF7D29A4C8B5}"/>
                </a:ext>
              </a:extLst>
            </p:cNvPr>
            <p:cNvSpPr txBox="1"/>
            <p:nvPr/>
          </p:nvSpPr>
          <p:spPr>
            <a:xfrm>
              <a:off x="6067194" y="4044600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3032026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268E94E-D925-7731-1AA2-B20E5EC7C14A}"/>
              </a:ext>
            </a:extLst>
          </p:cNvPr>
          <p:cNvGrpSpPr/>
          <p:nvPr/>
        </p:nvGrpSpPr>
        <p:grpSpPr>
          <a:xfrm>
            <a:off x="1373952" y="0"/>
            <a:ext cx="9152687" cy="6858000"/>
            <a:chOff x="1373952" y="0"/>
            <a:chExt cx="9152687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0BF40F3-13FE-CF4B-D79A-F16290B50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5360" y="0"/>
              <a:ext cx="8861279" cy="685800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E9238D6-A74D-A1B3-E7AF-8297FC577CF3}"/>
                </a:ext>
              </a:extLst>
            </p:cNvPr>
            <p:cNvSpPr txBox="1"/>
            <p:nvPr/>
          </p:nvSpPr>
          <p:spPr>
            <a:xfrm>
              <a:off x="1477400" y="405278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077A244-F58A-3AB2-9C8D-07196C877BB1}"/>
                </a:ext>
              </a:extLst>
            </p:cNvPr>
            <p:cNvSpPr txBox="1"/>
            <p:nvPr/>
          </p:nvSpPr>
          <p:spPr>
            <a:xfrm>
              <a:off x="6095999" y="410026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988A365-918C-843A-ED32-5F026E70EE2E}"/>
                </a:ext>
              </a:extLst>
            </p:cNvPr>
            <p:cNvSpPr txBox="1"/>
            <p:nvPr/>
          </p:nvSpPr>
          <p:spPr>
            <a:xfrm>
              <a:off x="1373952" y="371748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B3D20F-EF12-AE57-1B8A-335728DBB308}"/>
                </a:ext>
              </a:extLst>
            </p:cNvPr>
            <p:cNvSpPr txBox="1"/>
            <p:nvPr/>
          </p:nvSpPr>
          <p:spPr>
            <a:xfrm>
              <a:off x="6235673" y="368156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3156988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E73A01B-2092-52A6-AE0C-7E6912583B15}"/>
              </a:ext>
            </a:extLst>
          </p:cNvPr>
          <p:cNvGrpSpPr/>
          <p:nvPr/>
        </p:nvGrpSpPr>
        <p:grpSpPr>
          <a:xfrm>
            <a:off x="296992" y="38198"/>
            <a:ext cx="11090356" cy="6710299"/>
            <a:chOff x="296992" y="38198"/>
            <a:chExt cx="11090356" cy="67102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9642A5A-A614-567B-255F-9FE3EE94B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6690" y="3429000"/>
              <a:ext cx="5090658" cy="316057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028407F-0064-E630-2E5E-BF9DEF67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52923" y="252779"/>
              <a:ext cx="5434425" cy="278305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483F40-1A91-9E60-46FB-B3BF119E9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2678" y="3587927"/>
              <a:ext cx="4083799" cy="316057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1A45E4F-1D74-3C33-5DCB-5F5722FD11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8498" y="117276"/>
              <a:ext cx="5434425" cy="3470651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84952FB-D8EB-9FF4-0373-EBFA14BACBFA}"/>
                </a:ext>
              </a:extLst>
            </p:cNvPr>
            <p:cNvSpPr txBox="1"/>
            <p:nvPr/>
          </p:nvSpPr>
          <p:spPr>
            <a:xfrm>
              <a:off x="296992" y="38198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6B52A0-F488-60D5-4A79-6F3B67DD7E2D}"/>
                </a:ext>
              </a:extLst>
            </p:cNvPr>
            <p:cNvSpPr txBox="1"/>
            <p:nvPr/>
          </p:nvSpPr>
          <p:spPr>
            <a:xfrm>
              <a:off x="5863158" y="68113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63F39A-319A-0FA3-10F0-56E9B7346F5B}"/>
                </a:ext>
              </a:extLst>
            </p:cNvPr>
            <p:cNvSpPr txBox="1"/>
            <p:nvPr/>
          </p:nvSpPr>
          <p:spPr>
            <a:xfrm>
              <a:off x="456147" y="347893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42CF29A-64AA-6539-7C5D-D7729DB4D132}"/>
                </a:ext>
              </a:extLst>
            </p:cNvPr>
            <p:cNvSpPr txBox="1"/>
            <p:nvPr/>
          </p:nvSpPr>
          <p:spPr>
            <a:xfrm>
              <a:off x="6022313" y="350884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472822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C8675EF-9432-4856-873A-DEC7DE7096FE}"/>
              </a:ext>
            </a:extLst>
          </p:cNvPr>
          <p:cNvGrpSpPr/>
          <p:nvPr/>
        </p:nvGrpSpPr>
        <p:grpSpPr>
          <a:xfrm>
            <a:off x="296992" y="0"/>
            <a:ext cx="11135905" cy="6858000"/>
            <a:chOff x="296992" y="0"/>
            <a:chExt cx="11135905" cy="68580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1A6A3B6-8EA0-194D-3093-C04C25FA3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9486" y="592944"/>
              <a:ext cx="4251588" cy="2536336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119DCAE-9696-CADF-A443-AE43DDC2E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9102" y="0"/>
              <a:ext cx="10673795" cy="685800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18CC7F2-0DFF-8A83-2C69-CA17AB0C7B6E}"/>
                </a:ext>
              </a:extLst>
            </p:cNvPr>
            <p:cNvSpPr txBox="1"/>
            <p:nvPr/>
          </p:nvSpPr>
          <p:spPr>
            <a:xfrm>
              <a:off x="296992" y="38198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DA08CE-A679-68C4-91C3-D0164DBB4369}"/>
                </a:ext>
              </a:extLst>
            </p:cNvPr>
            <p:cNvSpPr txBox="1"/>
            <p:nvPr/>
          </p:nvSpPr>
          <p:spPr>
            <a:xfrm>
              <a:off x="5863158" y="68113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09726C1-3927-3BDF-DB2F-A8E0B0B5F3E4}"/>
                </a:ext>
              </a:extLst>
            </p:cNvPr>
            <p:cNvSpPr txBox="1"/>
            <p:nvPr/>
          </p:nvSpPr>
          <p:spPr>
            <a:xfrm>
              <a:off x="456147" y="347893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AD063-0EFE-EFD0-4CE4-9E3BAE26E588}"/>
                </a:ext>
              </a:extLst>
            </p:cNvPr>
            <p:cNvSpPr txBox="1"/>
            <p:nvPr/>
          </p:nvSpPr>
          <p:spPr>
            <a:xfrm>
              <a:off x="6022313" y="341740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740189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312BB59-A881-AB71-FF06-C3AED75FC913}"/>
              </a:ext>
            </a:extLst>
          </p:cNvPr>
          <p:cNvGrpSpPr/>
          <p:nvPr/>
        </p:nvGrpSpPr>
        <p:grpSpPr>
          <a:xfrm>
            <a:off x="254386" y="-93882"/>
            <a:ext cx="11555004" cy="6993401"/>
            <a:chOff x="254386" y="-93882"/>
            <a:chExt cx="11555004" cy="6993401"/>
          </a:xfrm>
        </p:grpSpPr>
        <p:pic>
          <p:nvPicPr>
            <p:cNvPr id="3" name="Picture 2" descr="A graph of different colored lines&#10;&#10;AI-generated content may be incorrect.">
              <a:extLst>
                <a:ext uri="{FF2B5EF4-FFF2-40B4-BE49-F238E27FC236}">
                  <a16:creationId xmlns:a16="http://schemas.microsoft.com/office/drawing/2014/main" id="{D2A068CB-A2D8-7CC3-831C-C8CED7A64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4148" y="-21101"/>
              <a:ext cx="5780650" cy="3468391"/>
            </a:xfrm>
            <a:prstGeom prst="rect">
              <a:avLst/>
            </a:prstGeom>
          </p:spPr>
        </p:pic>
        <p:pic>
          <p:nvPicPr>
            <p:cNvPr id="5" name="Picture 4" descr="A graph of a normal distribution&#10;&#10;AI-generated content may be incorrect.">
              <a:extLst>
                <a:ext uri="{FF2B5EF4-FFF2-40B4-BE49-F238E27FC236}">
                  <a16:creationId xmlns:a16="http://schemas.microsoft.com/office/drawing/2014/main" id="{E74EA201-C69D-74D1-D74F-E414E8FF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9389" y="3395519"/>
              <a:ext cx="5840001" cy="3504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9BEBDF6-BF2A-D72E-90D2-8CBF5BDE0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386" y="46921"/>
              <a:ext cx="5669280" cy="338207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02C77C0-B13E-6191-B7B7-743E80FFB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9627" y="3410711"/>
              <a:ext cx="5669280" cy="338207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4D72208-76C2-5056-A25F-6CAE4313B363}"/>
                </a:ext>
              </a:extLst>
            </p:cNvPr>
            <p:cNvSpPr txBox="1"/>
            <p:nvPr/>
          </p:nvSpPr>
          <p:spPr>
            <a:xfrm>
              <a:off x="296992" y="-93882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B4A57A-B406-E124-0343-FE1AC694A667}"/>
                </a:ext>
              </a:extLst>
            </p:cNvPr>
            <p:cNvSpPr txBox="1"/>
            <p:nvPr/>
          </p:nvSpPr>
          <p:spPr>
            <a:xfrm>
              <a:off x="5863158" y="68113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556D0F5-F69B-8B1A-58B4-A8AD69505795}"/>
                </a:ext>
              </a:extLst>
            </p:cNvPr>
            <p:cNvSpPr txBox="1"/>
            <p:nvPr/>
          </p:nvSpPr>
          <p:spPr>
            <a:xfrm>
              <a:off x="283427" y="331637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964CC0A-7BFF-88D4-5C78-F890100AF027}"/>
                </a:ext>
              </a:extLst>
            </p:cNvPr>
            <p:cNvSpPr txBox="1"/>
            <p:nvPr/>
          </p:nvSpPr>
          <p:spPr>
            <a:xfrm>
              <a:off x="5930873" y="333612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3033432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F93D7C2-3104-F9D4-D7A4-2AD0777A6449}"/>
              </a:ext>
            </a:extLst>
          </p:cNvPr>
          <p:cNvGrpSpPr/>
          <p:nvPr/>
        </p:nvGrpSpPr>
        <p:grpSpPr>
          <a:xfrm>
            <a:off x="59907" y="7718"/>
            <a:ext cx="11764965" cy="6850282"/>
            <a:chOff x="59907" y="7718"/>
            <a:chExt cx="11764965" cy="685028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DFC3DA-B4C6-C8DB-14B3-8D92816E5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819" y="3405652"/>
              <a:ext cx="5787072" cy="3452348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0B63F82-AE97-90ED-DDE9-3957D22C3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871" y="91440"/>
              <a:ext cx="5787072" cy="3452348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0851FAC-2EFE-7971-7C7E-26112B970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30955" y="91440"/>
              <a:ext cx="5793917" cy="34564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AF8ABFB-6861-940F-5BF6-80DC8FF4F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30954" y="3398520"/>
              <a:ext cx="5793917" cy="3456432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130016C-3922-3EA7-B69A-0B2736E1CA3F}"/>
                </a:ext>
              </a:extLst>
            </p:cNvPr>
            <p:cNvSpPr txBox="1"/>
            <p:nvPr/>
          </p:nvSpPr>
          <p:spPr>
            <a:xfrm>
              <a:off x="114112" y="7718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01F2CBB-03B7-142E-8DF0-D5833B8DE430}"/>
                </a:ext>
              </a:extLst>
            </p:cNvPr>
            <p:cNvSpPr txBox="1"/>
            <p:nvPr/>
          </p:nvSpPr>
          <p:spPr>
            <a:xfrm>
              <a:off x="5863158" y="68113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AFAC1B-AD66-A7E3-4D32-8A2690B97BF0}"/>
                </a:ext>
              </a:extLst>
            </p:cNvPr>
            <p:cNvSpPr txBox="1"/>
            <p:nvPr/>
          </p:nvSpPr>
          <p:spPr>
            <a:xfrm>
              <a:off x="59907" y="347893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3C3EDEF-A846-F7AE-23A6-305FA79675E1}"/>
                </a:ext>
              </a:extLst>
            </p:cNvPr>
            <p:cNvSpPr txBox="1"/>
            <p:nvPr/>
          </p:nvSpPr>
          <p:spPr>
            <a:xfrm>
              <a:off x="5981673" y="332596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2741206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987CBB1-1F71-E071-6F6B-AD3A9BD292BA}"/>
              </a:ext>
            </a:extLst>
          </p:cNvPr>
          <p:cNvGrpSpPr/>
          <p:nvPr/>
        </p:nvGrpSpPr>
        <p:grpSpPr>
          <a:xfrm>
            <a:off x="12512" y="0"/>
            <a:ext cx="10371008" cy="6858000"/>
            <a:chOff x="12512" y="0"/>
            <a:chExt cx="10371008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8824164-2DEF-E45F-0CC2-1580082C7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9895"/>
            <a:stretch/>
          </p:blipFill>
          <p:spPr>
            <a:xfrm>
              <a:off x="134239" y="0"/>
              <a:ext cx="10249281" cy="6858000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EB2DD14-4F7A-29FC-13F3-C4C4B9AD41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0462" t="43851" b="42815"/>
            <a:stretch/>
          </p:blipFill>
          <p:spPr>
            <a:xfrm>
              <a:off x="5011040" y="3230880"/>
              <a:ext cx="1084960" cy="9144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B6376F6-289C-FCE1-845F-CA09EF377CDA}"/>
                </a:ext>
              </a:extLst>
            </p:cNvPr>
            <p:cNvSpPr txBox="1"/>
            <p:nvPr/>
          </p:nvSpPr>
          <p:spPr>
            <a:xfrm>
              <a:off x="200472" y="237306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760130D-3A91-681F-0030-4350360EAD11}"/>
                </a:ext>
              </a:extLst>
            </p:cNvPr>
            <p:cNvSpPr txBox="1"/>
            <p:nvPr/>
          </p:nvSpPr>
          <p:spPr>
            <a:xfrm>
              <a:off x="5456758" y="333494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482C42-E0E8-3763-B182-5A3F941AA91A}"/>
                </a:ext>
              </a:extLst>
            </p:cNvPr>
            <p:cNvSpPr txBox="1"/>
            <p:nvPr/>
          </p:nvSpPr>
          <p:spPr>
            <a:xfrm>
              <a:off x="12512" y="3455320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229EC2-C0B8-31EC-0853-42F580E369C9}"/>
                </a:ext>
              </a:extLst>
            </p:cNvPr>
            <p:cNvSpPr txBox="1"/>
            <p:nvPr/>
          </p:nvSpPr>
          <p:spPr>
            <a:xfrm>
              <a:off x="6022313" y="350884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1338863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A14C0C4-AAE9-8131-A7C8-F8FDCA5CAE80}"/>
              </a:ext>
            </a:extLst>
          </p:cNvPr>
          <p:cNvGrpSpPr/>
          <p:nvPr/>
        </p:nvGrpSpPr>
        <p:grpSpPr>
          <a:xfrm>
            <a:off x="217487" y="-93882"/>
            <a:ext cx="11452227" cy="6647717"/>
            <a:chOff x="217487" y="-93882"/>
            <a:chExt cx="11452227" cy="664771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7BD88A7-A799-7EE7-4588-88F94B32C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7487" y="141605"/>
              <a:ext cx="5726113" cy="341598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6C69711-057C-65D2-7B24-CEE9AEEE9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43600" y="141604"/>
              <a:ext cx="5726114" cy="341598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C12F1BC-0514-5B9D-F7A7-D36975964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3260" y="3872547"/>
              <a:ext cx="4494566" cy="268128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D00874C-A307-4798-EADD-45DD60D5D441}"/>
                </a:ext>
              </a:extLst>
            </p:cNvPr>
            <p:cNvSpPr txBox="1"/>
            <p:nvPr/>
          </p:nvSpPr>
          <p:spPr>
            <a:xfrm>
              <a:off x="296992" y="-93882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18AE0F-F72D-A7E3-CA19-30B724EC8A6E}"/>
                </a:ext>
              </a:extLst>
            </p:cNvPr>
            <p:cNvSpPr txBox="1"/>
            <p:nvPr/>
          </p:nvSpPr>
          <p:spPr>
            <a:xfrm>
              <a:off x="6248402" y="-43063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CBF309A-C49F-5E99-83DD-613D08CD8D13}"/>
                </a:ext>
              </a:extLst>
            </p:cNvPr>
            <p:cNvSpPr txBox="1"/>
            <p:nvPr/>
          </p:nvSpPr>
          <p:spPr>
            <a:xfrm>
              <a:off x="923507" y="3608408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730969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867F05DB-E656-97B9-B424-72D0F1DEC4B1}"/>
              </a:ext>
            </a:extLst>
          </p:cNvPr>
          <p:cNvGrpSpPr/>
          <p:nvPr/>
        </p:nvGrpSpPr>
        <p:grpSpPr>
          <a:xfrm>
            <a:off x="456147" y="0"/>
            <a:ext cx="11613933" cy="6858000"/>
            <a:chOff x="456147" y="0"/>
            <a:chExt cx="11613933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B28AEDC-D2FB-7F8A-0E44-3C0856005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0632"/>
            <a:stretch/>
          </p:blipFill>
          <p:spPr>
            <a:xfrm>
              <a:off x="698569" y="0"/>
              <a:ext cx="8049191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CED0798-9331-5574-08A5-E32A52E52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369" t="45185" b="45185"/>
            <a:stretch/>
          </p:blipFill>
          <p:spPr>
            <a:xfrm>
              <a:off x="4622800" y="3429000"/>
              <a:ext cx="957511" cy="6604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6336C71-6DD9-7C75-9083-C986FD6E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28772" y="1107440"/>
              <a:ext cx="3441308" cy="2052954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D923E87-D662-9549-EF1E-BFE3DD5DA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71840" y="3843433"/>
              <a:ext cx="3698240" cy="229384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7300BE8-C277-30D2-AD27-A61FEB0A31D5}"/>
                </a:ext>
              </a:extLst>
            </p:cNvPr>
            <p:cNvSpPr txBox="1"/>
            <p:nvPr/>
          </p:nvSpPr>
          <p:spPr>
            <a:xfrm>
              <a:off x="456147" y="437445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21F04F1-FCAB-1DF3-72DF-BDE0DD981A0B}"/>
                </a:ext>
              </a:extLst>
            </p:cNvPr>
            <p:cNvSpPr txBox="1"/>
            <p:nvPr/>
          </p:nvSpPr>
          <p:spPr>
            <a:xfrm>
              <a:off x="5588782" y="437445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88CBF49-FAAB-F03F-C20F-C0FBEA4215B6}"/>
                </a:ext>
              </a:extLst>
            </p:cNvPr>
            <p:cNvSpPr txBox="1"/>
            <p:nvPr/>
          </p:nvSpPr>
          <p:spPr>
            <a:xfrm>
              <a:off x="456147" y="3478934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9C2E6F9-CEC6-F6ED-8A07-24164E20E338}"/>
                </a:ext>
              </a:extLst>
            </p:cNvPr>
            <p:cNvSpPr txBox="1"/>
            <p:nvPr/>
          </p:nvSpPr>
          <p:spPr>
            <a:xfrm>
              <a:off x="6022313" y="3508849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F3540B-CA55-4223-7288-F0B0DD44C8E4}"/>
                </a:ext>
              </a:extLst>
            </p:cNvPr>
            <p:cNvSpPr txBox="1"/>
            <p:nvPr/>
          </p:nvSpPr>
          <p:spPr>
            <a:xfrm>
              <a:off x="10089662" y="589845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e)</a:t>
              </a:r>
              <a:endParaRPr lang="nl-NL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CED2DE2-BA6A-CC55-3C71-436A3C67B70C}"/>
                </a:ext>
              </a:extLst>
            </p:cNvPr>
            <p:cNvSpPr txBox="1"/>
            <p:nvPr/>
          </p:nvSpPr>
          <p:spPr>
            <a:xfrm>
              <a:off x="10303022" y="3475285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506965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B56A21D-FD35-B51F-1CFC-A51CAC7966D3}"/>
              </a:ext>
            </a:extLst>
          </p:cNvPr>
          <p:cNvGrpSpPr/>
          <p:nvPr/>
        </p:nvGrpSpPr>
        <p:grpSpPr>
          <a:xfrm>
            <a:off x="1394242" y="0"/>
            <a:ext cx="9403516" cy="6858000"/>
            <a:chOff x="1394242" y="0"/>
            <a:chExt cx="9403516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E47228F-844F-4241-AA9A-D5DA98CE8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4242" y="0"/>
              <a:ext cx="9403516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D46AFB5-B5E1-16EF-80C0-4AA3D168ADA0}"/>
                </a:ext>
              </a:extLst>
            </p:cNvPr>
            <p:cNvSpPr txBox="1"/>
            <p:nvPr/>
          </p:nvSpPr>
          <p:spPr>
            <a:xfrm>
              <a:off x="1592392" y="237306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  <a:endParaRPr lang="nl-NL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EFE730F-75FD-8053-13EE-88D0EC791EB5}"/>
                </a:ext>
              </a:extLst>
            </p:cNvPr>
            <p:cNvSpPr txBox="1"/>
            <p:nvPr/>
          </p:nvSpPr>
          <p:spPr>
            <a:xfrm>
              <a:off x="6452382" y="421972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  <a:endParaRPr lang="nl-NL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A22589B-C086-07DF-3776-4FB131F080E6}"/>
                </a:ext>
              </a:extLst>
            </p:cNvPr>
            <p:cNvSpPr txBox="1"/>
            <p:nvPr/>
          </p:nvSpPr>
          <p:spPr>
            <a:xfrm>
              <a:off x="1404432" y="3455320"/>
              <a:ext cx="3759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c)</a:t>
              </a:r>
              <a:endParaRPr lang="nl-NL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47E225-D42D-F835-BCFD-9397F288119A}"/>
                </a:ext>
              </a:extLst>
            </p:cNvPr>
            <p:cNvSpPr txBox="1"/>
            <p:nvPr/>
          </p:nvSpPr>
          <p:spPr>
            <a:xfrm>
              <a:off x="6560793" y="3455320"/>
              <a:ext cx="433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d)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3577273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90</Words>
  <Application>Microsoft Office PowerPoint</Application>
  <PresentationFormat>Widescreen</PresentationFormat>
  <Paragraphs>45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Desmond Lartey</dc:creator>
  <cp:lastModifiedBy>Desmond Lartey</cp:lastModifiedBy>
  <cp:revision>6</cp:revision>
  <dcterms:created xsi:type="dcterms:W3CDTF">2025-04-29T10:34:41Z</dcterms:created>
  <dcterms:modified xsi:type="dcterms:W3CDTF">2025-04-30T17:35:54Z</dcterms:modified>
</cp:coreProperties>
</file>