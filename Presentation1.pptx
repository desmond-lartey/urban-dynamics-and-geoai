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580C5-FAB4-4A66-4976-2F439BF9D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D39CE-D81A-227E-73FD-FB5E5BF92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16AB8-4570-1345-4D53-93D193DE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32C76-FFE5-DF41-38B3-D33591895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A2ADC-2078-898C-48EA-853C039FD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5285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FC787-5894-E3E4-1D27-71F83FB41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15244-FFDD-717A-1977-09A0FBCA0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4AEB7-AE93-31F9-5ED1-4D43F16A9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4D082-F38A-826B-2942-691010D3C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9FAC3-1805-1BAE-BD44-794F50ED6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3174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52E64-3395-6A84-7868-69E4EF6C8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E87A1-FBAB-1410-53D2-AF59A96BD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FF2765-C051-0763-4138-855CFA7B3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829D98-FD66-6D95-4517-0E5535CE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AD7D5-6789-2FE3-1110-F413118B3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0313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9A7C0-071F-39E9-B5D9-0F0941FB7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DC5AA-5238-066F-3F37-BC84CEF7C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4DB42-C287-E352-7C9A-F3769DF15F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C0A0A-7544-AC4C-6F34-5FBCEE37A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25CB14-50EA-9BBE-5A7C-02482ACBF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66FFB-EDC8-8C4B-14AB-39E344774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964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3BF-C48C-DD9F-2245-5A17DD2F6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72CFB-756C-C4DF-6AC0-AB840BF2D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1B017A-CF6E-00A8-1E60-D8638323A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827394-414A-ED4C-84DA-CC9CFD0837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B96FD6-C08C-AFA6-9332-3721AED108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6242D1-458B-6E12-9419-2E0EF6BC4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742827-425E-2E05-26E9-DA4655170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571F6F-C5B8-55BC-178D-556C809A8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22454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C609E-8D2A-C956-851D-6FE06BFEA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51E2F4-2B83-4C69-8EEE-B81DF69E2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F3412B-55E1-957A-7108-8330CD907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0EF3EF-8E4A-D7F9-B19C-B7036BBB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864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F6A12A-89C9-8399-8A09-714B7392E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E5163F-3B1B-6708-119B-9E74DF604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9316D-5FEB-1EB1-A05E-8ADE64056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5581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2F253-A6FE-6E63-01BF-EFABC4ED8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1471F-91FC-0EB3-5860-0C3A962E4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391D1-FCC0-FFB3-3CB9-649454807F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72BFF-5155-FA9A-3457-B0084A733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4E316-A599-70EC-B052-5AE6FA6F9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D83BDA-E5B5-F5CD-E707-412126796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2938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F6EC-1D24-77B5-C1C6-B22091D41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5B3634-4379-D122-9660-D5E048FDFE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0DA1EC-D271-DB64-68C2-1C4B791D8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889871-21D2-8C6E-76F8-87ABE6C50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0A244-EF1F-358E-A68F-AFBCB3753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66B00-7987-1CCF-1332-B3D79F002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23848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D8C4E-1E6E-623F-7DB3-D6EC8009C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19790E-56CB-D1B3-A1E1-20188BF7CA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8C1B0-C053-1BD7-6757-AC4ABDFB0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5D1EC-38CD-4D91-3AFD-62CFA5353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646CF-A261-A547-34E1-4F9F11BF7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20868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D7F8A3-152B-BB6D-AB7D-29BD9EFA98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67B823-9F24-CBD3-7FB6-0D3FC872D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BAEA7-B841-745E-40A4-833EE6B7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6E31D-DDD4-8619-2682-02DDE3ED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DE292-51E2-6212-F6EB-B4B6B4113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3532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050CE2-5CF4-902C-BD08-046379861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2A5F9-1A98-1F14-1B44-094C8F6F1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126A8-1965-2ECD-7869-0D565E1A4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78B0A-3082-9562-7DB0-D67AC11827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E0B7B-8E37-DD57-450B-2E70F1812F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0242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5339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9AB142-3592-BC17-3899-BB2DBFD5F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910" y="0"/>
            <a:ext cx="103641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737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CA17EA-66DF-C264-5B69-20BE4A0B4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988" y="0"/>
            <a:ext cx="110460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045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C35B72-1607-8968-919C-39D108BAD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" y="409575"/>
            <a:ext cx="11791950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26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BF40F3-13FE-CF4B-D79A-F16290B50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360" y="0"/>
            <a:ext cx="88612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988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642A5A-A614-567B-255F-9FE3EE94B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690" y="3429000"/>
            <a:ext cx="5090658" cy="316057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028407F-0064-E630-2E5E-BF9DEF67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923" y="252779"/>
            <a:ext cx="5434425" cy="27830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483F40-1A91-9E60-46FB-B3BF119E9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78" y="3587927"/>
            <a:ext cx="4083799" cy="31605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A45E4F-1D74-3C33-5DCB-5F5722FD11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98" y="117276"/>
            <a:ext cx="5434425" cy="3470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822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1A6A3B6-8EA0-194D-3093-C04C25FA3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86" y="592944"/>
            <a:ext cx="4251588" cy="25363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19DCAE-9696-CADF-A443-AE43DDC2E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02" y="0"/>
            <a:ext cx="106737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189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2A068CB-A2D8-7CC3-831C-C8CED7A641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4148" y="-21101"/>
            <a:ext cx="5780650" cy="3468391"/>
          </a:xfrm>
          <a:prstGeom prst="rect">
            <a:avLst/>
          </a:prstGeom>
        </p:spPr>
      </p:pic>
      <p:pic>
        <p:nvPicPr>
          <p:cNvPr id="5" name="Picture 4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E74EA201-C69D-74D1-D74F-E414E8FFD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389" y="3395519"/>
            <a:ext cx="5840001" cy="3504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BEBDF6-BF2A-D72E-90D2-8CBF5BDE0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86" y="46921"/>
            <a:ext cx="5669280" cy="33820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2C77C0-B13E-6191-B7B7-743E80FFBB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627" y="3410711"/>
            <a:ext cx="5669280" cy="3382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432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DFC3DA-B4C6-C8DB-14B3-8D92816E57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19" y="3405652"/>
            <a:ext cx="5787072" cy="34523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0B63F82-AE97-90ED-DDE9-3957D22C3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71" y="91440"/>
            <a:ext cx="5787072" cy="345234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851FAC-2EFE-7971-7C7E-26112B9701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0955" y="91440"/>
            <a:ext cx="5793917" cy="345643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AF8ABFB-6861-940F-5BF6-80DC8FF4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954" y="3398520"/>
            <a:ext cx="5793917" cy="345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206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824164-2DEF-E45F-0CC2-1580082C7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895"/>
          <a:stretch/>
        </p:blipFill>
        <p:spPr>
          <a:xfrm>
            <a:off x="134239" y="0"/>
            <a:ext cx="10249281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EB2DD14-4F7A-29FC-13F3-C4C4B9AD41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462" t="43851" b="42815"/>
          <a:stretch/>
        </p:blipFill>
        <p:spPr>
          <a:xfrm>
            <a:off x="5011040" y="3230880"/>
            <a:ext cx="108496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8638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BD88A7-A799-7EE7-4588-88F94B32C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487" y="141605"/>
            <a:ext cx="5726113" cy="34159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6C69711-057C-65D2-7B24-CEE9AEEE9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41604"/>
            <a:ext cx="5726114" cy="341598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2F1BC-0514-5B9D-F7A7-D36975964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60" y="3872547"/>
            <a:ext cx="4494566" cy="2681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96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28AEDC-D2FB-7F8A-0E44-3C0856005B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32"/>
          <a:stretch/>
        </p:blipFill>
        <p:spPr>
          <a:xfrm>
            <a:off x="698569" y="0"/>
            <a:ext cx="8049191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D0798-9331-5574-08A5-E32A52E5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369" t="45185" b="45185"/>
          <a:stretch/>
        </p:blipFill>
        <p:spPr>
          <a:xfrm>
            <a:off x="4622800" y="3429000"/>
            <a:ext cx="957511" cy="660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336C71-6DD9-7C75-9083-C986FD6EA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772" y="1107440"/>
            <a:ext cx="3441308" cy="20529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923E87-D662-9549-EF1E-BFE3DD5DA1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1840" y="3843433"/>
            <a:ext cx="3698240" cy="229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965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7228F-844F-4241-AA9A-D5DA98CE8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242" y="0"/>
            <a:ext cx="94035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273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Desmond Lartey</dc:creator>
  <cp:lastModifiedBy>Desmond Lartey</cp:lastModifiedBy>
  <cp:revision>5</cp:revision>
  <dcterms:created xsi:type="dcterms:W3CDTF">2025-04-29T10:34:41Z</dcterms:created>
  <dcterms:modified xsi:type="dcterms:W3CDTF">2025-04-30T08:58:10Z</dcterms:modified>
</cp:coreProperties>
</file>